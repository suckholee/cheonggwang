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진행 리뷰 · 2026-04-21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565392"/>
            <a:ext cx="1856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Cheonggwang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청광 진행 리뷰 미팅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홍보 페이지 생성기 데모 · 확산 전략 · 마켓플레이스 로드맵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39319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 21일 (화)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279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427939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2시간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626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46268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대표님 · 이석호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743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497433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제품 데모 · 다음 방향 합의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· 내부 검토용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2시간 어젠다 한눈에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→ 제품 현황 → 60분 라이브 데모 → 확산 전략 → 마켓플레이스 → 다음 스텝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6424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0" y="16002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88136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9144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84248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00:00–00:05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98424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&amp; 체크인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8424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2주 변경점 · 오늘 목표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0" y="1984248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11064240" cy="71323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97480"/>
            <a:ext cx="9144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69748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00:05–00:15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69748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현황 요약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69748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한 줄 정의 · 아키텍처 · v1 스코프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0" y="26974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410712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10712"/>
            <a:ext cx="91440" cy="7132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1071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00:15–01:15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410712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데모 (메인)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410712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로그인→편집→AI 생성→발행→공개 페이지 + 연구 파이프라인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0" y="3410712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123944"/>
            <a:ext cx="11064240" cy="71323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23944"/>
            <a:ext cx="9144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23944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01:15–01:40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03120" y="4123944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확산 전략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412394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청소 고객 온보딩 · 채널 · KPI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89920" y="4123944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837176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837176"/>
            <a:ext cx="9144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837176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01:40–01:55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03120" y="483717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마켓플레이스 확장 가능성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483717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promo-page → 청명 프로필 → 매칭 단계별 시나리오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89920" y="4837176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550408"/>
            <a:ext cx="11064240" cy="71323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50408"/>
            <a:ext cx="9144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550408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01:55–02:00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103120" y="555040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스텝 &amp; 마무리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94960" y="55504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필요 항목 · 오너십 · D+7 액션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89920" y="5550408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현황 요약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만들어져 있는 것 · 10분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한 줄 정의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만들어진 것은 '매칭 플랫폼'이 아닌 '청광 고객 전용 부가서비스'입니다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청소 서비스를 이용 중인 소상공인(음식점·미용실·카페)이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업체 정보와 사진만 입력하면 Gemini가 업종 표준 마케팅 톤의
</a:t>
            </a:r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홍보 랜딩페이지를 즉시 생성·발행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해주는 웹앱.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383280"/>
            <a:ext cx="352044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10분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초회 방문부터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발행까지 소요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338328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3383280"/>
            <a:ext cx="352044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657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30%↓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251960" y="4754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문구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편집률 목표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338328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3383280"/>
            <a:ext cx="3520440" cy="137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3657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🧹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955280" y="47548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파트너만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위생 안심 배지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 · 입력 최소, 결과 최대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 3계층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앱 · Firestore/Storage · Firebase Functions (연구 파이프라인)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3716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Next.js 16 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고객용 웹앱 · 로그인 / 편집기 / 발행 / 공개 페이지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 → Gemini 호출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 SDK로 Firestore·Auth·Storage 액세스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46120"/>
            <a:ext cx="13716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37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Firestore + Storage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pages · slugs (공개 읽기)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trendKeywords (공개 읽기)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나머지는 Admin SDK 전용 · 파트너 플래그 불변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13716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37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Firebase Functions (주 1회)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Scheduler: 매주 월 09:00 KST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runResearchPipeline · Gemini ×4 분석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섹션구조 · 톤 · CTA · 키워드 TOP30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5,353 LOC · 69 파일 · Next 16 · React 19 · Tailwind v4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MVP 스코프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'작동하는' 8종 기능과, v2로 미룬 항목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v1 MVP (구현 완료)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업체 정보 입력 + Firestore 저장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업종별 템플릿 3종 (음식점·미용실·카페)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2461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섹션별 자동 생성 (hero / intro / highlights / cta / hygiene)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키워드 풀 + 프롬프트 주입 (주 1회 자동 갱신)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URL /p/{slug} ISR 호스팅 (60s 캐시)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7548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텍스트 인라인 편집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257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2578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이메일 로그인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7607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760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위생 안심 배지 (청광 파트너 한정)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691640"/>
            <a:ext cx="54864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691640"/>
            <a:ext cx="548640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691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 v2 / Out of Scope (미구현)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22402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문구 재생성 버튼 · QR 코드 · SNS 공유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743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2940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메타태그 고도화 · 방문 통계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3246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 어드민 대시보드 (현재 Firestore 콘솔 수동)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749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9400" y="3749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청소일 자동 표시 · Before/After 사진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4251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629400" y="4251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에디터 · 색상 커스터마이징 · 커스텀 도메인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47548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29400" y="4754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로그인 (v1.1 디퍼)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5257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29400" y="5257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57607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29400" y="5760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청명 프로필/매칭 (※ 마켓플레이스 확장 시 신규)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 비용 · 현재 기준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 3종 기준, 월 약 $1.5 수준 (고객 수 선형 증가 아님)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840480" cy="4709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$1.5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운영비 (업종 3종 기준)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무료 티어 내에서 Gemini 호출비만 실비용으로 발생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704088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91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6960" y="1691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075688"/>
            <a:ext cx="7040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75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검색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07568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~300 쿼리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0" y="207568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(일 25k 한도 내)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697480"/>
            <a:ext cx="7040880" cy="62179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6974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69748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800 호출 / 1.6M 토큰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66960" y="269748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$0.3/주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319272"/>
            <a:ext cx="7040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192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Functions 2nd gen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331927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15~20분 실행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331927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할당 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941064"/>
            <a:ext cx="7040880" cy="62179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9410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R/W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94106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수천 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0" y="3941064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티어 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4562856"/>
            <a:ext cx="7040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56285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/ Storage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5628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최대 3장 × 5MB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66960" y="4562856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티어 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라이브 데모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화면을 함께 보며 흐름 시연 · 60분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60분 데모 시나리오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대표님이 한 명의 '카페 사장님' 역할이 되어 끝까지 따라갑니다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6424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600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6002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포인트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16712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84248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198424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&amp; 대시보드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84248"/>
            <a:ext cx="6629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로그인 · 내 홍보 페이지 목록 · 발행/초안 상태 · 파트너 배지 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11064240" cy="749808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2916936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2916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734056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40280" y="273405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페이지 생성 · 편집기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34056"/>
            <a:ext cx="6629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업종(카페) 선택 · 업체 정보 · 사진 3장 업로드 · 특징 3~5개 입력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83864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3666744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666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483864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40280" y="348386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섹션 자동 생성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483864"/>
            <a:ext cx="6629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 한 번 클릭 → Hero·Intro·Highlights·CTA·Hygiene 일괄 생성 (분당 5회 제한)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33672"/>
            <a:ext cx="11064240" cy="749808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41655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4416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4233672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240280" y="423367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편집 &amp; 격리 원칙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4233672"/>
            <a:ext cx="6629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본문에 '청소·위생' 키워드가 섞이지 않는지 확인 · 편집률이 30% 이하인지 감각 체크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98348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516636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983480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40280" y="4983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 · 공개 페이지 확인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4983480"/>
            <a:ext cx="6629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/p/{slug} 생성 · 모바일 미리보기 · 파트너만 🧹 위생 배지 노출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733288"/>
            <a:ext cx="11064240" cy="749808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37360" y="591616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5916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" y="5733288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240280" y="573328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백오피스 · 연구 파이프라인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92040" y="5733288"/>
            <a:ext cx="6629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trendKeywords/{category} Firestore 확인 · 매주 월 09:00 KST 자동 실행 로그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데모 중 대표님이 '이건 왜?'라고 질문하시는 지점이 가장 값진 피드백 — 막지 말고 그 자리에서 메모합니다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데모 중 함께 확인할 원칙 3가지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'잘 되는 것'이 아니라 '왜 이렇게 만들었는가'를 같이 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520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3736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Principle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격리 원칙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홍보 본문에는 '청소·위생' 키워드 금지.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청소는 오직 🧹 위생 배지로만 표현.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위반 시 자동 재생성, 2회 실패 시 이전 값 폴백.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5074920"/>
            <a:ext cx="3063240" cy="0"/>
          </a:xfrm>
          <a:prstGeom prst="line">
            <a:avLst/>
          </a:prstGeom>
          <a:noFill/>
          <a:ln w="635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66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 홍보 페이지의 목적은 손님을 끌어오는 것 —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'우리 청소 깨끗해요' 메시지는 목적 상충.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64592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645920"/>
            <a:ext cx="35204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44068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파트너 플래그 불변성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1089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isCheonggwangPartner는 클라이언트에서 절대 변경 불가.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Rules에 박혀 있음 (운영자 콘솔 수동 관리).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5074920"/>
            <a:ext cx="3063240" cy="0"/>
          </a:xfrm>
          <a:prstGeom prst="line">
            <a:avLst/>
          </a:prstGeom>
          <a:noFill/>
          <a:ln w="635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5166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5440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 위생 배지가 신뢰를 가져다주는 이유는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'고객이 스스로 못 단다'는 사실 자체.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164592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645920"/>
            <a:ext cx="352044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14400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Input, Max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최소, 결과 최대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83880" y="31089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사장님이 입력하는 건 3~5개 특징 + 사진 3장.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Gemini가 업종 톤으로 본문 자동 작성 → 10분 내 발행.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074920"/>
            <a:ext cx="3063240" cy="0"/>
          </a:xfrm>
          <a:prstGeom prst="line">
            <a:avLst/>
          </a:prstGeom>
          <a:noFill/>
          <a:ln w="6350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5166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83880" y="5440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 소상공인은 글쓰기가 부담.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'해보세요'가 아니라 '거의 다 됐어요'로 시작해야 완료율이 오름.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확산 전략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청소 고객 → 첫 100명 파트너 페이지 발행까지 · 25분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3-Wave 확산 시나리오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고리부터 검증 → 같은 동네 청소 고객 → 오가닉 확산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5204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52044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시드 10명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D+0 ~ D+14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청광이 가장 자주 방문하는 단골 청소 고객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'사진·간판 잘 나오는' 10곳 선별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방문 시 청소 전후 5분간 대표님이 직접 시연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업체명·사진 3장 그 자리에서 수집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5440680"/>
            <a:ext cx="3063240" cy="868680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406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 완료 8곳 이상 / 편집률 30% 미만 / NPS 구두 청취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645920"/>
            <a:ext cx="35204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645920"/>
            <a:ext cx="352044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828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클러스터 50명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8056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D+15 ~ D+45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사장님들의 '같은 상권 이웃 사장님'을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카드 + 실제 공개 링크로 자연 전파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40690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42976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추천인 인센티브는 '무상 청소 1회' 형태 (현금 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각 발행 페이지에 '다른 가게 만들어보기' 미니 CTA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5440680"/>
            <a:ext cx="3063240" cy="868680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54406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5669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→ Wave 2 추천 전환율 30% 이상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1645920"/>
            <a:ext cx="35204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1645920"/>
            <a:ext cx="3520440" cy="137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828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388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파트너 확장 100+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18388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D+46 ~ D+90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2971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8388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정기 계약 고객 전체로 확대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네이버 검색 시 상단 노출되는 사례집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83880" y="40690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83880" y="42976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영업팀에 '페이지 발행 권유 스크립트' 배포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성공 사례 2~3곳을 블로그/인스타 스토리화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5440680"/>
            <a:ext cx="3063240" cy="868680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54406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21040" y="5669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페이지 발행 · 월 $5 이하 운영비 유지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대표님과 함께 확정해야 할 6가지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확산 전에 '운영이 가능한가' 결정부터 — 미팅에서 답하면 D+1부터 실행 가능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822960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10명 후보 리스트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대표님이 가장 잘 아시는 단골 10곳 — 업종·상권 분포 고려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822960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69164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3232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배지 '주 N회' 기준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240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isCheonggwangPartner = true 조건 · 주 1회 vs 2회 vs 월 1회?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822960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인센티브 정책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7490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무상 청소 1회 제안 · 소요 비용 감당 가능한지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00400"/>
            <a:ext cx="822960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20040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3232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 전 검토 필요 여부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7490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쓴 본문을 대표님이 검수 후 발행 · vs 사장님 단독 발행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09160"/>
            <a:ext cx="822960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0916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508760" y="48463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 '내리기' 정책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5257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있는 페이지 강제 비공개 기준 · 누가 판단?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70916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709160"/>
            <a:ext cx="822960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470916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32320" y="48463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로그인 우선순위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5257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이메일만으로 첫 10명 가능한지 · v1.1 일정 확정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마켓플레이스 확장 가능성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promo-page에서 청명 프로필·매칭으로 · 15분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 단계별 시나리오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만든 것을 '공급자 프로필'로 재활용 → 매칭 단계는 수요·공급 양쪽이 쌓인 후에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74720"/>
            <a:ext cx="10332720" cy="0"/>
          </a:xfrm>
          <a:prstGeom prst="line">
            <a:avLst/>
          </a:prstGeom>
          <a:noFill/>
          <a:ln w="28575">
            <a:solidFill>
              <a:srgbClr val="D9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246120"/>
            <a:ext cx="457200" cy="457200"/>
          </a:xfrm>
          <a:prstGeom prst="ellipse">
            <a:avLst/>
          </a:prstGeom>
          <a:solidFill>
            <a:srgbClr val="02C39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홍보 페이지 생성기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697480" cy="2377440"/>
          </a:xfrm>
          <a:prstGeom prst="rect">
            <a:avLst/>
          </a:prstGeom>
          <a:solidFill>
            <a:srgbClr val="F4F7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77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고객(수요자)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부가서비스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1C729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9164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청명 프로필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977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→ 청명(공급자) 쪽으로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구조 재활용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· 단가·리뷰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3246120"/>
            <a:ext cx="457200" cy="457200"/>
          </a:xfrm>
          <a:prstGeom prst="ellipse">
            <a:avLst/>
          </a:prstGeom>
          <a:solidFill>
            <a:srgbClr val="1E276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9164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견적 요청·매칭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977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의뢰인이 조건 입력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청명 노출 → 채팅·견적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(숨고형)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424160" y="3246120"/>
            <a:ext cx="457200" cy="457200"/>
          </a:xfrm>
          <a:prstGeom prst="ellipse">
            <a:avLst/>
          </a:prstGeom>
          <a:solidFill>
            <a:srgbClr val="0A254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0" y="169164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81160" y="2103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결제·정산·리뷰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972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89720" y="384048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3977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토스페이먼츠 연동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· 주 1회 정산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재계약률 지표 자동화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— 매칭 플랫폼을 처음부터 짓지 않습니다. '공급자 프로필 그릇'을 지금 제품에서 자연스럽게 자라게 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 시 미리 정해야 할 8가지 (U1~U8)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마켓플레이스 vision 문서의 결정 대기 항목 — 오늘 결정 필요 없음, 우선순위만 합의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6424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0" y="160020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69880" y="1600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8424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198424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알고리즘 가중치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1984248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35% · 재계약률 25% · 응답 20% · 전문성 15% · 보험 5% 초안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69880" y="2103120"/>
            <a:ext cx="1097280" cy="2926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9880" y="2103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1106424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146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514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구조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251460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청명 측 거래 수수료 비율 — MVP에선 0%로 시작할지?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469880" y="2633472"/>
            <a:ext cx="1097280" cy="2926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6988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04495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04495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0449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주기·최소 정산액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60520" y="3044952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1회 / 격주 / 건별 — 청명 입장에서 받아들이는 주기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69880" y="3163824"/>
            <a:ext cx="10972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9880" y="31638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1106424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5753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17320" y="357530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작성 규칙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60520" y="3575304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가능 기간 · 편집/삭제 권한 · 별점 세분화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469880" y="3694176"/>
            <a:ext cx="10972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69880" y="36941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105656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10565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17320" y="410565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모더레이션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60520" y="4105656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신고·차단·게시 정책 · 운영 인력 필요량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69880" y="4224528"/>
            <a:ext cx="109728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69880" y="42245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636008"/>
            <a:ext cx="1106424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63600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17320" y="463600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분쟁·환불 보조 상태 머신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60520" y="4636008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상태 머신에서 분기할 환불/분쟁 플로우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469880" y="4754880"/>
            <a:ext cx="1097280" cy="2926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69880" y="4754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16636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17320" y="5166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청명 가입 심사 기준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160520" y="516636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신원확인 · 경력증빙 · 배상보험 가입 증명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469880" y="5285232"/>
            <a:ext cx="1097280" cy="2926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69880" y="5285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696712"/>
            <a:ext cx="11064240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69671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417320" y="56967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의뢰인 로그인·소셜 가입 방식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160520" y="5696712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/ 카카오 / 애플 중 우선순위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469880" y="5815584"/>
            <a:ext cx="109728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69880" y="58155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 진행 순서 — U1(매칭) → U7(청명 가입) → U2(수수료) → U6(분쟁) → 나머지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스텝 · D+7 액션 아이템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미팅 직후부터 1주일 안에 실행할 것만 적습니다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1064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64592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23960" y="1645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299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02996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02996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10명 후보 리스트업 (업종/상권/단골연차)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23960" y="20299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 완료 후 공유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11064240" cy="640080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700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26700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이석호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267004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배지 '주 N회' 기준 Q2 정책 반영 · Firestore Rules 갱신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23960" y="26700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스크린샷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10128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101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33101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이석호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331012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인센티브 UI 초안 (페이지 하단 '다른 가게 만들기' CTA)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23960" y="33101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+ 코드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11064240" cy="640080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9502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39502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63240" y="395020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첫 2곳 현장 방문 시 시연 · 사진/특징 수집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23960" y="39502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공유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90288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9028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00200" y="45902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이석호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3240" y="459028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결과 기반 '발행 완료율' 계측 대시보드 뼈대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45902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+ 쿼리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30368"/>
            <a:ext cx="11064240" cy="640080"/>
          </a:xfrm>
          <a:prstGeom prst="rect">
            <a:avLst/>
          </a:prstGeom>
          <a:solidFill>
            <a:srgbClr val="F4F7FB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2303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00200" y="523036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63240" y="523036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D+7 체크인 미팅 (30분) · Wave 1 KPI 중간 점검 · Wave 2 진입 여부 결정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23960" y="52303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고정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— '다 만든 다음에 공개'가 아니라, '10명에게 써보게 한 뒤 그다음을 정합니다.'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6539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결정하지 못한 것은 꼭 '누가 / 언제까지' 정해서 끝냅니다.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청광 · 2026-04-21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청광 진행 리뷰 미팅</dc:title>
  <dc:subject>PptxGenJS Presentation</dc:subject>
  <dc:creator>이석호</dc:creator>
  <cp:lastModifiedBy>이석호</cp:lastModifiedBy>
  <cp:revision>1</cp:revision>
  <dcterms:created xsi:type="dcterms:W3CDTF">2026-04-21T07:07:00Z</dcterms:created>
  <dcterms:modified xsi:type="dcterms:W3CDTF">2026-04-21T07:07:00Z</dcterms:modified>
</cp:coreProperties>
</file>